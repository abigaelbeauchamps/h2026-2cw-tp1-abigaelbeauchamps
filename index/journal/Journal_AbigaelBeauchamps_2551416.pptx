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60"/>
  </p:normalViewPr>
  <p:slideViewPr>
    <p:cSldViewPr snapToGrid="0">
      <p:cViewPr varScale="1">
        <p:scale>
          <a:sx n="46" d="100"/>
          <a:sy n="46" d="100"/>
        </p:scale>
        <p:origin x="4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3F14F-5512-1EAC-B5A7-9910C7F66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1CD7F2-12C6-042B-0307-9FB3A1C80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8E5A64-9BCB-6DC1-AEE7-8240D4FB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2F6842-6AAC-7A3A-F6F0-E38CAB1B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AC5B87-20F2-05BA-3194-31B2A345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7733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9FDE5F-CBC3-A140-4C75-3A8DFB93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86BF8B-A2DF-00D2-5C79-BF19C5CB4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07304C-C460-0092-B03B-65CC5412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6A29E9-871C-263C-86E3-94650518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4D36E3-E2AD-A0BE-ED5A-6079C078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85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20401E-0659-9132-6DC7-C31EFB08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AD0687-35D7-0589-5C6A-7809EBFE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D25474-CB01-515D-A0E9-C5E8CFC0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1FA807-9483-1FED-5899-36F02551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3CFE5B-60D4-D20A-D1E9-CA6E59D5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797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81D1A-98BC-81F3-7C9F-49A8C944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D973AB-373E-79B0-252A-3A3458DB2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B83C2F-7EB2-6B56-73A7-C45F688E0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53C4CB-189C-85D0-D546-F6310D9A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96FE43-9797-8DFB-545D-35E6954E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B4D1DC-49FC-451F-3FF5-185F98FE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16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D647E-2CAA-6EC8-9484-BA12C3197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536189-F18E-BA76-7851-1D802B1F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DCD7DF-DEB1-8421-E6DB-E6D73349D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F168CCA-69B7-A340-9469-E6EBA0EB2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BD61226-C1FE-DDF0-8A3E-26F27F743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90BCF0-6B5F-4D84-BE8E-2EF578D1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BA03A3F-D68A-0D2E-9963-E9E92565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A1B7C5-677B-CE22-6A4B-EB14F341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066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DE4EA-4649-47A1-F8AD-ABE7655D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1A3491-7467-5CCE-B117-B926ADE6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A9E3419-E53C-F272-CCD1-4272E800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0B56FB-5F62-8FA3-F020-E0892BB0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185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D95143C-BAF7-74A5-9936-EC9DD2CE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F0A74-F80E-84D8-A870-23FF217C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A25388-E9C2-1E14-13D0-11A19925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533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A1A8B-3F21-8C01-0FC0-2228248B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90BEE2-03B5-46F6-520D-C47AF749B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9954DA-3C01-2C1D-C8EA-BE16D6807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990DBA-F21E-5EAF-409C-F255FF38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7F6EBF-F453-C2C3-17AE-F7286359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4A1E9E-B67B-8C23-942B-ADEFDCE6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4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ACE5D-8AB1-07B3-2847-7615FEB36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674E5AC-5643-8DD7-02A4-7E498C0AC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9BB437-9320-95A2-EAB4-4BE476EB2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23F872-8847-213F-1BBF-010244B4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1E520A-E579-502A-6CFF-AA3D20F8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08FBFD-DB82-87E6-F1D8-0A33C3FE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463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E89BB-AB7D-8B89-F744-1F2D7FEB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E3F2F5-9823-D496-BEF6-4BA928BC0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6B1582-4445-3D25-C169-75234417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04868-9C69-3E6F-D093-A955C0112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3B59FC-00E3-83BA-7040-687B1CA3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815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DA67C0E-ADF2-CAD6-579C-8AA88EF2B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AD94AA-83D4-7D47-B19C-95B1C51A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818D37-9D47-9A97-C2BA-DCCD527C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2DB46D-964F-3B32-60DC-648B7202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8936AF-8812-00C9-2C83-95A9072E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6351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513EFEE-DAE0-CF93-C65C-9462D454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7FEC68-FFBF-EDEC-105A-C8501A61B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F5AC82-4E5B-53EF-04CA-C7B128A17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E2C67-DB30-47FA-BFA8-20FABB52F7C2}" type="datetimeFigureOut">
              <a:rPr lang="fr-CA" smtClean="0"/>
              <a:t>2026-03-01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8C0313-88E1-2C3B-6338-20B14B80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D5E05A-0A42-D16C-37C9-EAC2D7F19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26259-1049-4977-A216-A060FC23A95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382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FEDDD1-918B-7B73-99EE-BE972909A8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A86B28-7674-04D3-8B89-58BA4DAAD0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06751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6672029547164982812CE1636782C9" ma:contentTypeVersion="9" ma:contentTypeDescription="Crée un document." ma:contentTypeScope="" ma:versionID="3bf2878e762798eb0d36cccb2f9347b2">
  <xsd:schema xmlns:xsd="http://www.w3.org/2001/XMLSchema" xmlns:xs="http://www.w3.org/2001/XMLSchema" xmlns:p="http://schemas.microsoft.com/office/2006/metadata/properties" xmlns:ns3="d242338a-23cc-4e93-bfbb-d034ba619c7d" targetNamespace="http://schemas.microsoft.com/office/2006/metadata/properties" ma:root="true" ma:fieldsID="168f9aaba73f3bae68d67e873da80e5b" ns3:_="">
    <xsd:import namespace="d242338a-23cc-4e93-bfbb-d034ba619c7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2338a-23cc-4e93-bfbb-d034ba619c7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242338a-23cc-4e93-bfbb-d034ba619c7d" xsi:nil="true"/>
  </documentManagement>
</p:properties>
</file>

<file path=customXml/itemProps1.xml><?xml version="1.0" encoding="utf-8"?>
<ds:datastoreItem xmlns:ds="http://schemas.openxmlformats.org/officeDocument/2006/customXml" ds:itemID="{5CCA5870-52B5-4AA7-BC5B-D7D76CB2C1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42338a-23cc-4e93-bfbb-d034ba619c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A2E56C-02B3-40BC-BE17-5639BA8C35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605D81-A688-4619-943B-FA5EB5C1B6E7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d242338a-23cc-4e93-bfbb-d034ba619c7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Beauchamps, Abigaël</dc:creator>
  <cp:lastModifiedBy>Beauchamps, Abigaël</cp:lastModifiedBy>
  <cp:revision>1</cp:revision>
  <dcterms:created xsi:type="dcterms:W3CDTF">2026-03-01T19:48:31Z</dcterms:created>
  <dcterms:modified xsi:type="dcterms:W3CDTF">2026-03-01T19:48:45Z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0x010100496672029547164982812CE1636782C9</vt:lpwstr>
  </property>
</Properties>
</file>